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83" d="100"/>
          <a:sy n="183" d="100"/>
        </p:scale>
        <p:origin x="15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1945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und Projekt. Roter Faden: vier Testarten (Unit, Integration, E2E, Last) plus CI/CD – zu jeder erklären wir WARUM gerade so getestet wurde, WAS sie abdeckt und WIE (mit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Testobjekt: schlanker Express-Warenkorb, keine DB, Sessions im RAM. Daraus folgt direkt, WAS wir testen: Cart-Logik und Session-Verhalten.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Ebene testet ein anderes Risiko – das begründet die Auswahl. Nächste Slide: die Designprinzipien hinter UNSEREN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Unit: Cart-Logik ist geschäftskritisch und gut isolierbar. Code zeigt das Prinzip: instanziieren, Aktion, expect. Details der Abdeckung kommen auf der nächsten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die Unit-Tests abdecken und warum gerade diese: alle Cart-Operationen, plus zwei bewusste Spezialfälle – Geld-Mathematik (Floating Point) und Session-Rekonstruktion (kritisch wegen RAM-Architektur). Zwei rote Tests dokumentieren Schwächen.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Integration: einzelne Funktionen können stimmen, das Zusammenspiel trotzdem brechen. Code zeigt den Trick: request.agent hält die Cookies, dadurch testen wir den echten Session-Flow über mehrere Requests. Details der Abdeckung folgen.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Abdeckung Integration: links die lesenden Routen/Ansichten, rechts die Zustandsänderungen samt Fehlergrenzen. Warum gerade so: wir prüfen Redirect-Codes und set-cookie, weil genau das den Session-Flow ausmacht. Die drei 500er sind bewusst dokumentiert – sie zeigen die fehlende Validierung.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E2E: nur der echte Browser deckt Frontend↔Backend ab. Vier Journeys, bewusst gewählt: Hinzufügen, Entfernen, Reload-Persistenz (der wichtigste – wegen RAM-Sessions) und Navigation bei leerem Cart. Code zeigt den Reload-Test.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Lasttests: 'works on my machine' ≠ 'unter Last'. Code zeigt, WIE wir Last modellieren: stufenweise hochrampen plus Schwelle p95&lt;1000ms. Warum p95 statt Durchschnitt: der Schnitt versteckt Ausreißer. Ziel-SLO p95&lt;500ms.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Spike: bildet einen realen, plötzlichen Ansturm ab. Diagramm: flach bis 500, ab 1500 reißt p95 die 500ms-Grenze, bei 3000 Breaking Point mit ~10% Fehlern.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Stress: ergänzt Spike – stufenweise bis zur Grenze. Drei Zahlen: Durchsatz deckelt bei ~2000 req/s, p95 auf ~2s (Ziel 0,5s), 0% Fehler – graceful degradation statt Absturz.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CI/CD: jede Änderung wird automatisch geprüft. Zwei Pipelines (Build+Unit über Node-Matrix, E2E). Weil keine DB nötig ist, laufen Tests isoliert – schnell, deterministisch, gecached.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C7D2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Application Testing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Shopping Cart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94560" cy="0"/>
          </a:xfrm>
          <a:prstGeom prst="line">
            <a:avLst/>
          </a:prstGeom>
          <a:noFill/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50292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Dominik Köberl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WAT4 · Projektpräsentation · 27.06.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TESTOBJEKT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2710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Warenkorb-Prototyp mit serverseitigem Routing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im RAM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Datenbank-Backend – Daten leben im Speicher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08376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9535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Handlebars (HBS)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Template-basiertes Frontend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466344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685800" y="402336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Kernlogik steckt im Cart-Modell und im Session-Handling – genau das ist unser Testschwerpunkt.</a:t>
            </a:r>
            <a:endParaRPr lang="en-US" sz="1200" dirty="0"/>
          </a:p>
        </p:txBody>
      </p:sp>
      <p:pic>
        <p:nvPicPr>
          <p:cNvPr id="16" name="Image 0" descr="/sessions/compassionate-keen-volta/mnt/nodejs-shopping-cart/data/nodejs-cart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6675" y="854964"/>
            <a:ext cx="2740085" cy="324612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nach der Testpyramide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 dirty="0"/>
          </a:p>
        </p:txBody>
      </p:sp>
      <p:sp>
        <p:nvSpPr>
          <p:cNvPr id="6" name="Text 4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Unit  · Jest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Integration · Jest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solidFill>
            <a:srgbClr val="67C9DD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E2E · Playwright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solidFill>
            <a:srgbClr val="B8E6F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Last · k6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schnell · viele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1530852"/>
            <a:ext cx="146304" cy="146304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760720" y="1371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die Logik korrekt? (Unit, Integration, E2E)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0" y="2523744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7607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hält sie unter Last? (Spike, Stress)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59435" y="3465576"/>
            <a:ext cx="146304" cy="146304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76072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Push wird in CI/CD geprüft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Unit-Tests (Jest)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Warenkorb-Logik ist das Herz der App: Preis- &amp; Mengenberechnung. Ein Fehler hier betrifft jede Bestellung – isoliert getestet ist er sofort lokalisierbar.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0954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2095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154680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 jeder Cart-Operation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716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4716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" y="3416808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Geld-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Mathematik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Rundung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Floating Point)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3380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338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678936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aus der Session rekonstruieren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463040"/>
            <a:ext cx="3794760" cy="2514600"/>
          </a:xfrm>
          <a:prstGeom prst="roundRect">
            <a:avLst>
              <a:gd name="adj" fmla="val 2182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not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a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product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with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required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fields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() =&gt;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new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({});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prod_broken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title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'Broken Item'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 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// Price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is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!</a:t>
            </a: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100" dirty="0" err="1">
                <a:solidFill>
                  <a:srgbClr val="C77DBB"/>
                </a:solidFill>
                <a:effectLst/>
                <a:latin typeface="JetBrains Mono"/>
              </a:rPr>
              <a:t>totalItems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1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FBEEEC"/>
          </a:solidFill>
          <a:ln w="12700">
            <a:solidFill>
              <a:srgbClr val="F1C9C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704088" y="4215384"/>
            <a:ext cx="365760" cy="36576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70408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52728" y="41605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bewusst rote Tests = dokumentierte Schwachstellen: 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 ohne Preis werden akzeptiert (fehlende Validierung) und das Entfernen eines nicht vorhandenen Produkts wirft eine Exception.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Tests am Cart-Modell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HINZUFÜGEN &amp; MENGEN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Neues Produkt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erhöhen bei gleichem Artikel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560320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Keys für versch. Produkte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2916936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aus Session rekonstruieren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4088" y="3273552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70408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7840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 ohne Preis ablehnen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23" name="Text 21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PREIS &amp; ENTFERNEN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17830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Gesamtpreis korrekt summieren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1442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64608" y="21442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08026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Floating-Point: 9,99 × 3 = 29,97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44144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864608" y="244144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37744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vollständig entfernen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6460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267462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getItems() liefert Array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64608" y="30358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4864608" y="30358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138928" y="297180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Leerer Warenkorb = Default-Werte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64608" y="3332988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0" name="Text 38"/>
          <p:cNvSpPr/>
          <p:nvPr/>
        </p:nvSpPr>
        <p:spPr>
          <a:xfrm>
            <a:off x="4864608" y="33329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32689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existierender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Fehler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Integration-Tests (Jest + supertest)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3977640" cy="1435608"/>
          </a:xfrm>
          <a:prstGeom prst="roundRect">
            <a:avLst>
              <a:gd name="adj" fmla="val 5517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6000"/>
              </a:lnSpc>
            </a:pPr>
            <a:r>
              <a:rPr lang="de-AT" sz="1250" dirty="0"/>
              <a:t>Ein korrektes </a:t>
            </a:r>
            <a:r>
              <a:rPr lang="de-AT" sz="1250" dirty="0" err="1"/>
              <a:t>Cart</a:t>
            </a:r>
            <a:r>
              <a:rPr lang="de-AT" sz="1250" dirty="0"/>
              <a:t>-Modell bringt nichts, wenn die Route es nicht korrekt in der Session speichert. Wir testen die Schnittstelle zwischen Routing und Session über HTTP-</a:t>
            </a:r>
            <a:r>
              <a:rPr lang="de-AT" sz="1250" dirty="0" err="1"/>
              <a:t>Requests</a:t>
            </a:r>
            <a:r>
              <a:rPr lang="de-AT" sz="1250" dirty="0"/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" y="3009177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30098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3009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30258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Routen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leiten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5478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547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3816" y="3547872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persistiert über mehrere Requests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947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80857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 bei ungültigen Eingaben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60519" y="1536192"/>
            <a:ext cx="3794760" cy="2834640"/>
          </a:xfrm>
          <a:prstGeom prst="roundRect">
            <a:avLst>
              <a:gd name="adj" fmla="val 1935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'GET 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/: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when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item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not in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throw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an internal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due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to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checks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request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i="1" dirty="0" err="1">
                <a:solidFill>
                  <a:srgbClr val="C77DBA"/>
                </a:solidFill>
                <a:effectLst/>
                <a:latin typeface="JetBrains Mono"/>
              </a:rPr>
              <a:t>app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get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validProduct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20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.statusCode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2AACB8"/>
                </a:solidFill>
                <a:effectLst/>
                <a:latin typeface="JetBrains Mono"/>
              </a:rPr>
              <a:t>500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It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would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better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if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the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handled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such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cases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more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effectively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and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  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does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not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return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 5xx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code.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Tests an Routen &amp; Session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448056" y="1369493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ROUTEN &amp; ANSICHTEN (LESEND)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9285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928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22885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initial leer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67462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zeigt Artikel nach /add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318439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318439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312039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wieder leer nach /remove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20" name="Text 18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MUTATIONEN &amp; FEHLERGRENZEN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3892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 → 302 Redirect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235549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1742" y="223591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2201293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→ 302 Redirect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50892" y="2651760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50892" y="2641473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20640" y="264718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/add/999 (ungültige ID) → 500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3164967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 dirty="0"/>
          </a:p>
        </p:txBody>
      </p:sp>
      <p:sp>
        <p:nvSpPr>
          <p:cNvPr id="31" name="Text 29"/>
          <p:cNvSpPr/>
          <p:nvPr/>
        </p:nvSpPr>
        <p:spPr>
          <a:xfrm>
            <a:off x="4864608" y="3156733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02352" y="3164967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8000"/>
              </a:lnSpc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500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6460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 err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Zusatzinfo</a:t>
            </a: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request.agent hält Cookies → echter Session-Flow über mehrere Requests. Die </a:t>
            </a:r>
            <a:r>
              <a:rPr lang="en-US" sz="11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500er-Fälle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prüfen wir bewusst, um die fehlende Eingabe-Validierung der Routen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festzuhalten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  <p:sp>
        <p:nvSpPr>
          <p:cNvPr id="39" name="Shape 28">
            <a:extLst>
              <a:ext uri="{FF2B5EF4-FFF2-40B4-BE49-F238E27FC236}">
                <a16:creationId xmlns:a16="http://schemas.microsoft.com/office/drawing/2014/main" id="{923FC58C-86E9-291B-0885-B7DDAA4EBA6B}"/>
              </a:ext>
            </a:extLst>
          </p:cNvPr>
          <p:cNvSpPr/>
          <p:nvPr/>
        </p:nvSpPr>
        <p:spPr>
          <a:xfrm>
            <a:off x="6137596" y="4143258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D72A3E97-788E-02F9-63C0-1B30064F1711}"/>
              </a:ext>
            </a:extLst>
          </p:cNvPr>
          <p:cNvSpPr/>
          <p:nvPr/>
        </p:nvSpPr>
        <p:spPr>
          <a:xfrm>
            <a:off x="6137596" y="41432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End-to-End-Tests (Playwright)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echte Browser beweist, dass Frontend und Backend für den Nutzer zusammen funktionieren – inklusive Session-Persistenz nach </a:t>
            </a:r>
            <a:r>
              <a:rPr lang="en-US" sz="12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einem</a:t>
            </a: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Reload.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10" name="Text 8"/>
          <p:cNvSpPr/>
          <p:nvPr/>
        </p:nvSpPr>
        <p:spPr>
          <a:xfrm>
            <a:off x="704088" y="3072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Tests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" y="34015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704088" y="34015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78408" y="333756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im Cart sichtbar (CHF)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361873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704088" y="361873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355473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 → leerer Zustand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088" y="38359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704088" y="38359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78408" y="377190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Session-Persistenz über Reload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405307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704088" y="405307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8408" y="398907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Mehrmaliges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Hinzufügen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64608" y="1469898"/>
            <a:ext cx="4215384" cy="2736342"/>
          </a:xfrm>
          <a:prstGeom prst="roundRect">
            <a:avLst>
              <a:gd name="adj" fmla="val 2449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'Session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persistence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across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reloads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({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})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click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'a[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href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^="/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/"] &gt;&gt;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nth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=0'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reload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locator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'.list-group-item'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toBeVisible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Shape 23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shopping-cart.spec.js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02352" y="192024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37176" y="413994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 err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</a:t>
            </a: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Reload-Test beweist, dass die Server-Session den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NICHT-FUNKTIONAL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Lasttests mit Grafana k6 – warum?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4538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1709928"/>
            <a:ext cx="3529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„It works on my machine“ ≠ „It works under load“. Funktionale Tests zeigen, OB es funktioniert – Lasttests zeigen, WIE GUT es unter realer Last skaliert.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704088" y="2743200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Shape 8"/>
          <p:cNvSpPr/>
          <p:nvPr/>
        </p:nvSpPr>
        <p:spPr>
          <a:xfrm>
            <a:off x="850392" y="2743200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Shape 9"/>
          <p:cNvSpPr/>
          <p:nvPr/>
        </p:nvSpPr>
        <p:spPr>
          <a:xfrm>
            <a:off x="996696" y="2743200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23444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stress-test.js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" y="3035808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export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i="1" dirty="0" err="1">
                <a:solidFill>
                  <a:srgbClr val="C77DBA"/>
                </a:solidFill>
                <a:effectLst/>
                <a:latin typeface="JetBrains Mono"/>
              </a:rPr>
              <a:t>options</a:t>
            </a:r>
            <a:r>
              <a:rPr lang="de-AT" sz="1050" i="1" dirty="0">
                <a:solidFill>
                  <a:srgbClr val="C77DBA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stages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[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'10s'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10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],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0" y="137160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Lastprofile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17373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Plötzliche Lastspitze – schlagartiger Ansturm (50 → 3.000 Nutzer)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937760" y="2578608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24871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an die Grenze – wo liegt der Sättigungspunkt?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37760" y="3337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12064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Kennzahl: p95-Antwortzeit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120640" y="37307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der Anfragen sind schneller als dieser Wert – ehrlicher als der Durchschnitt, der Ausreißer versteckt.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Test – plötzliche Lastspitze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pike-test-p95-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325880"/>
            <a:ext cx="4297680" cy="2602651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4019971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 über steigende Nutzerzahl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5"/>
          <p:cNvSpPr/>
          <p:nvPr/>
        </p:nvSpPr>
        <p:spPr>
          <a:xfrm>
            <a:off x="5349240" y="1527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500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9494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Exzellente Performance, stabil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166360" y="2395728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5349240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1.500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949440" y="2487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überschreitet 500 ms – spürbar träger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166360" y="3374136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1"/>
          <p:cNvSpPr/>
          <p:nvPr/>
        </p:nvSpPr>
        <p:spPr>
          <a:xfrm>
            <a:off x="5349240" y="348386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3.000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949440" y="3465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Point: Fehlerrate 9,65 %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166360" y="4370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realer Ansturm (z. B. Aktion) trifft die App schlagartig – optimal bis ~500 Nutzer, darüber Load-Balancing nötig.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– stufenweise an die Grenze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tress-test-result-over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65442" y="1179576"/>
            <a:ext cx="6024366" cy="114300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Durchsatz (grün) flacht ab, p95 (blau) steigt – Fehlerrate bleibt 0 %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28529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Steigerung deckt den Sättigungspunkt auf. Aufbau: 400 → 2.800 Nutzer, Schwellen p95 &lt; 1.000 ms, Abbruch ab 5 % Fehlern.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50292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Obergrenze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0708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2" name="Text 9"/>
          <p:cNvSpPr/>
          <p:nvPr/>
        </p:nvSpPr>
        <p:spPr>
          <a:xfrm>
            <a:off x="330708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s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344424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im Peak (Ziel: 0,5 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1124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5" name="Text 12"/>
          <p:cNvSpPr/>
          <p:nvPr/>
        </p:nvSpPr>
        <p:spPr>
          <a:xfrm>
            <a:off x="611124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24840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– kein Absturz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AUTOMATISIERUNG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 (GitHub Actions)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build.yml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Unit-Test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prüfen, dann Tests über Node-Matrix 18 / 20 / 22. npm ci für deterministische Installs.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98348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E2E-Pipeline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den Express-Server, fährt die Playwright-Suite, erzeugt bei Fehlern automatisch Reports.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CI/CD? Test-Isolation als Qualitätsmerkmal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1610</Words>
  <Application>Microsoft Office PowerPoint</Application>
  <PresentationFormat>Bildschirmpräsentation (16:9)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JetBrains Mono</vt:lpstr>
      <vt:lpstr>Arial</vt:lpstr>
      <vt:lpstr>Calibri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WAT4 – Testing-Projekt: NodeJS Shopping Cart</dc:title>
  <dc:subject>PptxGenJS Presentation</dc:subject>
  <dc:creator>Andreas Pointner, Dominik Köberl</dc:creator>
  <cp:lastModifiedBy>Dominik K</cp:lastModifiedBy>
  <cp:revision>11</cp:revision>
  <dcterms:created xsi:type="dcterms:W3CDTF">2026-06-23T18:59:22Z</dcterms:created>
  <dcterms:modified xsi:type="dcterms:W3CDTF">2026-06-26T20:39:01Z</dcterms:modified>
</cp:coreProperties>
</file>